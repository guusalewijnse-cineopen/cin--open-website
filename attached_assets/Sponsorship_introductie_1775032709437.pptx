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56" r:id="rId2"/>
  </p:sldIdLst>
  <p:sldSz cx="8135938"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DEB"/>
    <a:srgbClr val="28662D"/>
    <a:srgbClr val="E7EAEC"/>
    <a:srgbClr val="F2EDEA"/>
    <a:srgbClr val="2D7038"/>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75" d="100"/>
          <a:sy n="75" d="100"/>
        </p:scale>
        <p:origin x="1934" y="-37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C051B-824B-4D06-9E90-A2068F89D4CE}" type="datetimeFigureOut">
              <a:rPr lang="nl-NL" smtClean="0"/>
              <a:t>24-3-2026</a:t>
            </a:fld>
            <a:endParaRPr lang="nl-NL"/>
          </a:p>
        </p:txBody>
      </p:sp>
      <p:sp>
        <p:nvSpPr>
          <p:cNvPr id="4" name="Slide Image Placeholder 3"/>
          <p:cNvSpPr>
            <a:spLocks noGrp="1" noRot="1" noChangeAspect="1"/>
          </p:cNvSpPr>
          <p:nvPr>
            <p:ph type="sldImg" idx="2"/>
          </p:nvPr>
        </p:nvSpPr>
        <p:spPr>
          <a:xfrm>
            <a:off x="2598738" y="1143000"/>
            <a:ext cx="1660525"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DDB2B-5D0C-4929-84C7-AF8C332621F6}" type="slidenum">
              <a:rPr lang="nl-NL" smtClean="0"/>
              <a:t>‹nr.›</a:t>
            </a:fld>
            <a:endParaRPr lang="nl-NL"/>
          </a:p>
        </p:txBody>
      </p:sp>
    </p:spTree>
    <p:extLst>
      <p:ext uri="{BB962C8B-B14F-4D97-AF65-F5344CB8AC3E}">
        <p14:creationId xmlns:p14="http://schemas.microsoft.com/office/powerpoint/2010/main" val="2258793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6BDDB2B-5D0C-4929-84C7-AF8C332621F6}" type="slidenum">
              <a:rPr lang="nl-NL" smtClean="0"/>
              <a:t>1</a:t>
            </a:fld>
            <a:endParaRPr lang="nl-NL"/>
          </a:p>
        </p:txBody>
      </p:sp>
    </p:spTree>
    <p:extLst>
      <p:ext uri="{BB962C8B-B14F-4D97-AF65-F5344CB8AC3E}">
        <p14:creationId xmlns:p14="http://schemas.microsoft.com/office/powerpoint/2010/main" val="2668237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0200" y="2474396"/>
            <a:ext cx="6915547" cy="5263774"/>
          </a:xfrm>
        </p:spPr>
        <p:txBody>
          <a:bodyPr anchor="b"/>
          <a:lstStyle>
            <a:lvl1pPr algn="ctr">
              <a:defRPr sz="5339"/>
            </a:lvl1pPr>
          </a:lstStyle>
          <a:p>
            <a:r>
              <a:rPr lang="en-GB"/>
              <a:t>Click to edit Master title style</a:t>
            </a:r>
            <a:endParaRPr lang="en-US" dirty="0"/>
          </a:p>
        </p:txBody>
      </p:sp>
      <p:sp>
        <p:nvSpPr>
          <p:cNvPr id="3" name="Subtitle 2"/>
          <p:cNvSpPr>
            <a:spLocks noGrp="1"/>
          </p:cNvSpPr>
          <p:nvPr>
            <p:ph type="subTitle" idx="1"/>
          </p:nvPr>
        </p:nvSpPr>
        <p:spPr>
          <a:xfrm>
            <a:off x="1016992" y="7941161"/>
            <a:ext cx="6101954" cy="3650342"/>
          </a:xfrm>
        </p:spPr>
        <p:txBody>
          <a:bodyPr/>
          <a:lstStyle>
            <a:lvl1pPr marL="0" indent="0" algn="ctr">
              <a:buNone/>
              <a:defRPr sz="2136"/>
            </a:lvl1pPr>
            <a:lvl2pPr marL="406817" indent="0" algn="ctr">
              <a:buNone/>
              <a:defRPr sz="1780"/>
            </a:lvl2pPr>
            <a:lvl3pPr marL="813633" indent="0" algn="ctr">
              <a:buNone/>
              <a:defRPr sz="1602"/>
            </a:lvl3pPr>
            <a:lvl4pPr marL="1220450" indent="0" algn="ctr">
              <a:buNone/>
              <a:defRPr sz="1424"/>
            </a:lvl4pPr>
            <a:lvl5pPr marL="1627266" indent="0" algn="ctr">
              <a:buNone/>
              <a:defRPr sz="1424"/>
            </a:lvl5pPr>
            <a:lvl6pPr marL="2034083" indent="0" algn="ctr">
              <a:buNone/>
              <a:defRPr sz="1424"/>
            </a:lvl6pPr>
            <a:lvl7pPr marL="2440899" indent="0" algn="ctr">
              <a:buNone/>
              <a:defRPr sz="1424"/>
            </a:lvl7pPr>
            <a:lvl8pPr marL="2847716" indent="0" algn="ctr">
              <a:buNone/>
              <a:defRPr sz="1424"/>
            </a:lvl8pPr>
            <a:lvl9pPr marL="3254532" indent="0" algn="ctr">
              <a:buNone/>
              <a:defRPr sz="1424"/>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FA349D7-1E40-4884-BC03-06261D6BD77D}" type="datetimeFigureOut">
              <a:rPr lang="nl-NL" smtClean="0"/>
              <a:t>24-3-2026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359294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A349D7-1E40-4884-BC03-06261D6BD77D}" type="datetimeFigureOut">
              <a:rPr lang="nl-NL" smtClean="0"/>
              <a:t>24-3-2026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766760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55112" y="3769344"/>
            <a:ext cx="7017247" cy="6289229"/>
          </a:xfrm>
        </p:spPr>
        <p:txBody>
          <a:bodyPr anchor="b"/>
          <a:lstStyle>
            <a:lvl1pPr>
              <a:defRPr sz="5339"/>
            </a:lvl1pPr>
          </a:lstStyle>
          <a:p>
            <a:r>
              <a:rPr lang="en-GB"/>
              <a:t>Click to edit Master title style</a:t>
            </a:r>
            <a:endParaRPr lang="en-US" dirty="0"/>
          </a:p>
        </p:txBody>
      </p:sp>
      <p:sp>
        <p:nvSpPr>
          <p:cNvPr id="3" name="Text Placeholder 2"/>
          <p:cNvSpPr>
            <a:spLocks noGrp="1"/>
          </p:cNvSpPr>
          <p:nvPr>
            <p:ph type="body" idx="1"/>
          </p:nvPr>
        </p:nvSpPr>
        <p:spPr>
          <a:xfrm>
            <a:off x="555112" y="10118069"/>
            <a:ext cx="7017247" cy="3307357"/>
          </a:xfrm>
        </p:spPr>
        <p:txBody>
          <a:bodyPr/>
          <a:lstStyle>
            <a:lvl1pPr marL="0" indent="0">
              <a:buNone/>
              <a:defRPr sz="2136">
                <a:solidFill>
                  <a:schemeClr val="tx1">
                    <a:tint val="82000"/>
                  </a:schemeClr>
                </a:solidFill>
              </a:defRPr>
            </a:lvl1pPr>
            <a:lvl2pPr marL="406817" indent="0">
              <a:buNone/>
              <a:defRPr sz="1780">
                <a:solidFill>
                  <a:schemeClr val="tx1">
                    <a:tint val="82000"/>
                  </a:schemeClr>
                </a:solidFill>
              </a:defRPr>
            </a:lvl2pPr>
            <a:lvl3pPr marL="813633" indent="0">
              <a:buNone/>
              <a:defRPr sz="1602">
                <a:solidFill>
                  <a:schemeClr val="tx1">
                    <a:tint val="82000"/>
                  </a:schemeClr>
                </a:solidFill>
              </a:defRPr>
            </a:lvl3pPr>
            <a:lvl4pPr marL="1220450" indent="0">
              <a:buNone/>
              <a:defRPr sz="1424">
                <a:solidFill>
                  <a:schemeClr val="tx1">
                    <a:tint val="82000"/>
                  </a:schemeClr>
                </a:solidFill>
              </a:defRPr>
            </a:lvl4pPr>
            <a:lvl5pPr marL="1627266" indent="0">
              <a:buNone/>
              <a:defRPr sz="1424">
                <a:solidFill>
                  <a:schemeClr val="tx1">
                    <a:tint val="82000"/>
                  </a:schemeClr>
                </a:solidFill>
              </a:defRPr>
            </a:lvl5pPr>
            <a:lvl6pPr marL="2034083" indent="0">
              <a:buNone/>
              <a:defRPr sz="1424">
                <a:solidFill>
                  <a:schemeClr val="tx1">
                    <a:tint val="82000"/>
                  </a:schemeClr>
                </a:solidFill>
              </a:defRPr>
            </a:lvl6pPr>
            <a:lvl7pPr marL="2440899" indent="0">
              <a:buNone/>
              <a:defRPr sz="1424">
                <a:solidFill>
                  <a:schemeClr val="tx1">
                    <a:tint val="82000"/>
                  </a:schemeClr>
                </a:solidFill>
              </a:defRPr>
            </a:lvl7pPr>
            <a:lvl8pPr marL="2847716" indent="0">
              <a:buNone/>
              <a:defRPr sz="1424">
                <a:solidFill>
                  <a:schemeClr val="tx1">
                    <a:tint val="82000"/>
                  </a:schemeClr>
                </a:solidFill>
              </a:defRPr>
            </a:lvl8pPr>
            <a:lvl9pPr marL="3254532" indent="0">
              <a:buNone/>
              <a:defRPr sz="1424">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FA349D7-1E40-4884-BC03-06261D6BD77D}" type="datetimeFigureOut">
              <a:rPr lang="nl-NL" smtClean="0"/>
              <a:t>24-3-2026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3407390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59346" y="4024828"/>
            <a:ext cx="3457774" cy="95930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118818" y="4024828"/>
            <a:ext cx="3457774" cy="95930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FA349D7-1E40-4884-BC03-06261D6BD77D}" type="datetimeFigureOut">
              <a:rPr lang="nl-NL" smtClean="0"/>
              <a:t>24-3-2026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115618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0405" y="804970"/>
            <a:ext cx="7017247" cy="2922375"/>
          </a:xfrm>
        </p:spPr>
        <p:txBody>
          <a:bodyPr/>
          <a:lstStyle/>
          <a:p>
            <a:r>
              <a:rPr lang="en-GB"/>
              <a:t>Click to edit Master title style</a:t>
            </a:r>
            <a:endParaRPr lang="en-US" dirty="0"/>
          </a:p>
        </p:txBody>
      </p:sp>
      <p:sp>
        <p:nvSpPr>
          <p:cNvPr id="3" name="Text Placeholder 2"/>
          <p:cNvSpPr>
            <a:spLocks noGrp="1"/>
          </p:cNvSpPr>
          <p:nvPr>
            <p:ph type="body" idx="1"/>
          </p:nvPr>
        </p:nvSpPr>
        <p:spPr>
          <a:xfrm>
            <a:off x="560410" y="3706344"/>
            <a:ext cx="3441883" cy="1816421"/>
          </a:xfrm>
        </p:spPr>
        <p:txBody>
          <a:bodyPr anchor="b"/>
          <a:lstStyle>
            <a:lvl1pPr marL="0" indent="0">
              <a:buNone/>
              <a:defRPr sz="2136" b="1"/>
            </a:lvl1pPr>
            <a:lvl2pPr marL="406817" indent="0">
              <a:buNone/>
              <a:defRPr sz="1780" b="1"/>
            </a:lvl2pPr>
            <a:lvl3pPr marL="813633" indent="0">
              <a:buNone/>
              <a:defRPr sz="1602" b="1"/>
            </a:lvl3pPr>
            <a:lvl4pPr marL="1220450" indent="0">
              <a:buNone/>
              <a:defRPr sz="1424" b="1"/>
            </a:lvl4pPr>
            <a:lvl5pPr marL="1627266" indent="0">
              <a:buNone/>
              <a:defRPr sz="1424" b="1"/>
            </a:lvl5pPr>
            <a:lvl6pPr marL="2034083" indent="0">
              <a:buNone/>
              <a:defRPr sz="1424" b="1"/>
            </a:lvl6pPr>
            <a:lvl7pPr marL="2440899" indent="0">
              <a:buNone/>
              <a:defRPr sz="1424" b="1"/>
            </a:lvl7pPr>
            <a:lvl8pPr marL="2847716" indent="0">
              <a:buNone/>
              <a:defRPr sz="1424" b="1"/>
            </a:lvl8pPr>
            <a:lvl9pPr marL="3254532" indent="0">
              <a:buNone/>
              <a:defRPr sz="1424" b="1"/>
            </a:lvl9pPr>
          </a:lstStyle>
          <a:p>
            <a:pPr lvl="0"/>
            <a:r>
              <a:rPr lang="en-GB"/>
              <a:t>Click to edit Master text styles</a:t>
            </a:r>
          </a:p>
        </p:txBody>
      </p:sp>
      <p:sp>
        <p:nvSpPr>
          <p:cNvPr id="4" name="Content Placeholder 3"/>
          <p:cNvSpPr>
            <a:spLocks noGrp="1"/>
          </p:cNvSpPr>
          <p:nvPr>
            <p:ph sz="half" idx="2"/>
          </p:nvPr>
        </p:nvSpPr>
        <p:spPr>
          <a:xfrm>
            <a:off x="560410" y="5522763"/>
            <a:ext cx="3441883" cy="81231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118823" y="3706344"/>
            <a:ext cx="3458833" cy="1816421"/>
          </a:xfrm>
        </p:spPr>
        <p:txBody>
          <a:bodyPr anchor="b"/>
          <a:lstStyle>
            <a:lvl1pPr marL="0" indent="0">
              <a:buNone/>
              <a:defRPr sz="2136" b="1"/>
            </a:lvl1pPr>
            <a:lvl2pPr marL="406817" indent="0">
              <a:buNone/>
              <a:defRPr sz="1780" b="1"/>
            </a:lvl2pPr>
            <a:lvl3pPr marL="813633" indent="0">
              <a:buNone/>
              <a:defRPr sz="1602" b="1"/>
            </a:lvl3pPr>
            <a:lvl4pPr marL="1220450" indent="0">
              <a:buNone/>
              <a:defRPr sz="1424" b="1"/>
            </a:lvl4pPr>
            <a:lvl5pPr marL="1627266" indent="0">
              <a:buNone/>
              <a:defRPr sz="1424" b="1"/>
            </a:lvl5pPr>
            <a:lvl6pPr marL="2034083" indent="0">
              <a:buNone/>
              <a:defRPr sz="1424" b="1"/>
            </a:lvl6pPr>
            <a:lvl7pPr marL="2440899" indent="0">
              <a:buNone/>
              <a:defRPr sz="1424" b="1"/>
            </a:lvl7pPr>
            <a:lvl8pPr marL="2847716" indent="0">
              <a:buNone/>
              <a:defRPr sz="1424" b="1"/>
            </a:lvl8pPr>
            <a:lvl9pPr marL="3254532" indent="0">
              <a:buNone/>
              <a:defRPr sz="1424" b="1"/>
            </a:lvl9pPr>
          </a:lstStyle>
          <a:p>
            <a:pPr lvl="0"/>
            <a:r>
              <a:rPr lang="en-GB"/>
              <a:t>Click to edit Master text styles</a:t>
            </a:r>
          </a:p>
        </p:txBody>
      </p:sp>
      <p:sp>
        <p:nvSpPr>
          <p:cNvPr id="6" name="Content Placeholder 5"/>
          <p:cNvSpPr>
            <a:spLocks noGrp="1"/>
          </p:cNvSpPr>
          <p:nvPr>
            <p:ph sz="quarter" idx="4"/>
          </p:nvPr>
        </p:nvSpPr>
        <p:spPr>
          <a:xfrm>
            <a:off x="4118823" y="5522763"/>
            <a:ext cx="3458833" cy="81231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FA349D7-1E40-4884-BC03-06261D6BD77D}" type="datetimeFigureOut">
              <a:rPr lang="nl-NL" smtClean="0"/>
              <a:t>24-3-2026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164043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FA349D7-1E40-4884-BC03-06261D6BD77D}" type="datetimeFigureOut">
              <a:rPr lang="nl-NL" smtClean="0"/>
              <a:t>24-3-2026</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195303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A349D7-1E40-4884-BC03-06261D6BD77D}" type="datetimeFigureOut">
              <a:rPr lang="nl-NL" smtClean="0"/>
              <a:t>24-3-2026</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473771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405" y="1007957"/>
            <a:ext cx="2624052" cy="3527848"/>
          </a:xfrm>
        </p:spPr>
        <p:txBody>
          <a:bodyPr anchor="b"/>
          <a:lstStyle>
            <a:lvl1pPr>
              <a:defRPr sz="2847"/>
            </a:lvl1pPr>
          </a:lstStyle>
          <a:p>
            <a:r>
              <a:rPr lang="en-GB"/>
              <a:t>Click to edit Master title style</a:t>
            </a:r>
            <a:endParaRPr lang="en-US" dirty="0"/>
          </a:p>
        </p:txBody>
      </p:sp>
      <p:sp>
        <p:nvSpPr>
          <p:cNvPr id="3" name="Content Placeholder 2"/>
          <p:cNvSpPr>
            <a:spLocks noGrp="1"/>
          </p:cNvSpPr>
          <p:nvPr>
            <p:ph idx="1"/>
          </p:nvPr>
        </p:nvSpPr>
        <p:spPr>
          <a:xfrm>
            <a:off x="3458837" y="2176910"/>
            <a:ext cx="4118819" cy="10744538"/>
          </a:xfrm>
        </p:spPr>
        <p:txBody>
          <a:bodyPr/>
          <a:lstStyle>
            <a:lvl1pPr>
              <a:defRPr sz="2847"/>
            </a:lvl1pPr>
            <a:lvl2pPr>
              <a:defRPr sz="2491"/>
            </a:lvl2pPr>
            <a:lvl3pPr>
              <a:defRPr sz="2136"/>
            </a:lvl3pPr>
            <a:lvl4pPr>
              <a:defRPr sz="1780"/>
            </a:lvl4pPr>
            <a:lvl5pPr>
              <a:defRPr sz="1780"/>
            </a:lvl5pPr>
            <a:lvl6pPr>
              <a:defRPr sz="1780"/>
            </a:lvl6pPr>
            <a:lvl7pPr>
              <a:defRPr sz="1780"/>
            </a:lvl7pPr>
            <a:lvl8pPr>
              <a:defRPr sz="1780"/>
            </a:lvl8pPr>
            <a:lvl9pPr>
              <a:defRPr sz="178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60405" y="4535805"/>
            <a:ext cx="2624052" cy="8403140"/>
          </a:xfrm>
        </p:spPr>
        <p:txBody>
          <a:bodyPr/>
          <a:lstStyle>
            <a:lvl1pPr marL="0" indent="0">
              <a:buNone/>
              <a:defRPr sz="1424"/>
            </a:lvl1pPr>
            <a:lvl2pPr marL="406817" indent="0">
              <a:buNone/>
              <a:defRPr sz="1246"/>
            </a:lvl2pPr>
            <a:lvl3pPr marL="813633" indent="0">
              <a:buNone/>
              <a:defRPr sz="1068"/>
            </a:lvl3pPr>
            <a:lvl4pPr marL="1220450" indent="0">
              <a:buNone/>
              <a:defRPr sz="890"/>
            </a:lvl4pPr>
            <a:lvl5pPr marL="1627266" indent="0">
              <a:buNone/>
              <a:defRPr sz="890"/>
            </a:lvl5pPr>
            <a:lvl6pPr marL="2034083" indent="0">
              <a:buNone/>
              <a:defRPr sz="890"/>
            </a:lvl6pPr>
            <a:lvl7pPr marL="2440899" indent="0">
              <a:buNone/>
              <a:defRPr sz="890"/>
            </a:lvl7pPr>
            <a:lvl8pPr marL="2847716" indent="0">
              <a:buNone/>
              <a:defRPr sz="890"/>
            </a:lvl8pPr>
            <a:lvl9pPr marL="3254532" indent="0">
              <a:buNone/>
              <a:defRPr sz="890"/>
            </a:lvl9pPr>
          </a:lstStyle>
          <a:p>
            <a:pPr lvl="0"/>
            <a:r>
              <a:rPr lang="en-GB"/>
              <a:t>Click to edit Master text styles</a:t>
            </a:r>
          </a:p>
        </p:txBody>
      </p:sp>
      <p:sp>
        <p:nvSpPr>
          <p:cNvPr id="5" name="Date Placeholder 4"/>
          <p:cNvSpPr>
            <a:spLocks noGrp="1"/>
          </p:cNvSpPr>
          <p:nvPr>
            <p:ph type="dt" sz="half" idx="10"/>
          </p:nvPr>
        </p:nvSpPr>
        <p:spPr/>
        <p:txBody>
          <a:bodyPr/>
          <a:lstStyle/>
          <a:p>
            <a:fld id="{BFA349D7-1E40-4884-BC03-06261D6BD77D}" type="datetimeFigureOut">
              <a:rPr lang="nl-NL" smtClean="0"/>
              <a:t>24-3-2026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29809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405" y="1007957"/>
            <a:ext cx="2624052" cy="3527848"/>
          </a:xfrm>
        </p:spPr>
        <p:txBody>
          <a:bodyPr anchor="b"/>
          <a:lstStyle>
            <a:lvl1pPr>
              <a:defRPr sz="2847"/>
            </a:lvl1pPr>
          </a:lstStyle>
          <a:p>
            <a:r>
              <a:rPr lang="en-GB"/>
              <a:t>Click to edit Master title style</a:t>
            </a:r>
            <a:endParaRPr lang="en-US" dirty="0"/>
          </a:p>
        </p:txBody>
      </p:sp>
      <p:sp>
        <p:nvSpPr>
          <p:cNvPr id="3" name="Picture Placeholder 2"/>
          <p:cNvSpPr>
            <a:spLocks noGrp="1" noChangeAspect="1"/>
          </p:cNvSpPr>
          <p:nvPr>
            <p:ph type="pic" idx="1"/>
          </p:nvPr>
        </p:nvSpPr>
        <p:spPr>
          <a:xfrm>
            <a:off x="3458837" y="2176910"/>
            <a:ext cx="4118819" cy="10744538"/>
          </a:xfrm>
        </p:spPr>
        <p:txBody>
          <a:bodyPr anchor="t"/>
          <a:lstStyle>
            <a:lvl1pPr marL="0" indent="0">
              <a:buNone/>
              <a:defRPr sz="2847"/>
            </a:lvl1pPr>
            <a:lvl2pPr marL="406817" indent="0">
              <a:buNone/>
              <a:defRPr sz="2491"/>
            </a:lvl2pPr>
            <a:lvl3pPr marL="813633" indent="0">
              <a:buNone/>
              <a:defRPr sz="2136"/>
            </a:lvl3pPr>
            <a:lvl4pPr marL="1220450" indent="0">
              <a:buNone/>
              <a:defRPr sz="1780"/>
            </a:lvl4pPr>
            <a:lvl5pPr marL="1627266" indent="0">
              <a:buNone/>
              <a:defRPr sz="1780"/>
            </a:lvl5pPr>
            <a:lvl6pPr marL="2034083" indent="0">
              <a:buNone/>
              <a:defRPr sz="1780"/>
            </a:lvl6pPr>
            <a:lvl7pPr marL="2440899" indent="0">
              <a:buNone/>
              <a:defRPr sz="1780"/>
            </a:lvl7pPr>
            <a:lvl8pPr marL="2847716" indent="0">
              <a:buNone/>
              <a:defRPr sz="1780"/>
            </a:lvl8pPr>
            <a:lvl9pPr marL="3254532" indent="0">
              <a:buNone/>
              <a:defRPr sz="1780"/>
            </a:lvl9pPr>
          </a:lstStyle>
          <a:p>
            <a:r>
              <a:rPr lang="en-GB"/>
              <a:t>Click icon to add picture</a:t>
            </a:r>
            <a:endParaRPr lang="en-US" dirty="0"/>
          </a:p>
        </p:txBody>
      </p:sp>
      <p:sp>
        <p:nvSpPr>
          <p:cNvPr id="4" name="Text Placeholder 3"/>
          <p:cNvSpPr>
            <a:spLocks noGrp="1"/>
          </p:cNvSpPr>
          <p:nvPr>
            <p:ph type="body" sz="half" idx="2"/>
          </p:nvPr>
        </p:nvSpPr>
        <p:spPr>
          <a:xfrm>
            <a:off x="560405" y="4535805"/>
            <a:ext cx="2624052" cy="8403140"/>
          </a:xfrm>
        </p:spPr>
        <p:txBody>
          <a:bodyPr/>
          <a:lstStyle>
            <a:lvl1pPr marL="0" indent="0">
              <a:buNone/>
              <a:defRPr sz="1424"/>
            </a:lvl1pPr>
            <a:lvl2pPr marL="406817" indent="0">
              <a:buNone/>
              <a:defRPr sz="1246"/>
            </a:lvl2pPr>
            <a:lvl3pPr marL="813633" indent="0">
              <a:buNone/>
              <a:defRPr sz="1068"/>
            </a:lvl3pPr>
            <a:lvl4pPr marL="1220450" indent="0">
              <a:buNone/>
              <a:defRPr sz="890"/>
            </a:lvl4pPr>
            <a:lvl5pPr marL="1627266" indent="0">
              <a:buNone/>
              <a:defRPr sz="890"/>
            </a:lvl5pPr>
            <a:lvl6pPr marL="2034083" indent="0">
              <a:buNone/>
              <a:defRPr sz="890"/>
            </a:lvl6pPr>
            <a:lvl7pPr marL="2440899" indent="0">
              <a:buNone/>
              <a:defRPr sz="890"/>
            </a:lvl7pPr>
            <a:lvl8pPr marL="2847716" indent="0">
              <a:buNone/>
              <a:defRPr sz="890"/>
            </a:lvl8pPr>
            <a:lvl9pPr marL="3254532" indent="0">
              <a:buNone/>
              <a:defRPr sz="890"/>
            </a:lvl9pPr>
          </a:lstStyle>
          <a:p>
            <a:pPr lvl="0"/>
            <a:r>
              <a:rPr lang="en-GB"/>
              <a:t>Click to edit Master text styles</a:t>
            </a:r>
          </a:p>
        </p:txBody>
      </p:sp>
      <p:sp>
        <p:nvSpPr>
          <p:cNvPr id="5" name="Date Placeholder 4"/>
          <p:cNvSpPr>
            <a:spLocks noGrp="1"/>
          </p:cNvSpPr>
          <p:nvPr>
            <p:ph type="dt" sz="half" idx="10"/>
          </p:nvPr>
        </p:nvSpPr>
        <p:spPr/>
        <p:txBody>
          <a:bodyPr/>
          <a:lstStyle/>
          <a:p>
            <a:fld id="{BFA349D7-1E40-4884-BC03-06261D6BD77D}" type="datetimeFigureOut">
              <a:rPr lang="nl-NL" smtClean="0"/>
              <a:t>24-3-2026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1695962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A349D7-1E40-4884-BC03-06261D6BD77D}" type="datetimeFigureOut">
              <a:rPr lang="nl-NL" smtClean="0"/>
              <a:t>24-3-2026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3581648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822281" y="804967"/>
            <a:ext cx="1754312" cy="1281295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559346" y="804967"/>
            <a:ext cx="5161236" cy="128129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FA349D7-1E40-4884-BC03-06261D6BD77D}" type="datetimeFigureOut">
              <a:rPr lang="nl-NL" smtClean="0"/>
              <a:t>24-3-2026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AC916F3-8D40-4656-9168-A2B50CE92D02}" type="slidenum">
              <a:rPr lang="nl-NL" smtClean="0"/>
              <a:t>‹nr.›</a:t>
            </a:fld>
            <a:endParaRPr lang="nl-NL"/>
          </a:p>
        </p:txBody>
      </p:sp>
    </p:spTree>
    <p:extLst>
      <p:ext uri="{BB962C8B-B14F-4D97-AF65-F5344CB8AC3E}">
        <p14:creationId xmlns:p14="http://schemas.microsoft.com/office/powerpoint/2010/main" val="1789303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9350" y="804970"/>
            <a:ext cx="7017247" cy="292237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59350" y="4024828"/>
            <a:ext cx="7017247" cy="959308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59346" y="14013403"/>
            <a:ext cx="1830586" cy="804965"/>
          </a:xfrm>
          <a:prstGeom prst="rect">
            <a:avLst/>
          </a:prstGeom>
        </p:spPr>
        <p:txBody>
          <a:bodyPr vert="horz" lIns="91440" tIns="45720" rIns="91440" bIns="45720" rtlCol="0" anchor="ctr"/>
          <a:lstStyle>
            <a:lvl1pPr algn="l">
              <a:defRPr sz="1068">
                <a:solidFill>
                  <a:schemeClr val="tx1">
                    <a:tint val="82000"/>
                  </a:schemeClr>
                </a:solidFill>
              </a:defRPr>
            </a:lvl1pPr>
          </a:lstStyle>
          <a:p>
            <a:fld id="{BFA349D7-1E40-4884-BC03-06261D6BD77D}" type="datetimeFigureOut">
              <a:rPr lang="nl-NL" smtClean="0"/>
              <a:t>24-3-2026</a:t>
            </a:fld>
            <a:endParaRPr lang="nl-NL"/>
          </a:p>
        </p:txBody>
      </p:sp>
      <p:sp>
        <p:nvSpPr>
          <p:cNvPr id="5" name="Footer Placeholder 4"/>
          <p:cNvSpPr>
            <a:spLocks noGrp="1"/>
          </p:cNvSpPr>
          <p:nvPr>
            <p:ph type="ftr" sz="quarter" idx="3"/>
          </p:nvPr>
        </p:nvSpPr>
        <p:spPr>
          <a:xfrm>
            <a:off x="2695034" y="14013403"/>
            <a:ext cx="2745879" cy="804965"/>
          </a:xfrm>
          <a:prstGeom prst="rect">
            <a:avLst/>
          </a:prstGeom>
        </p:spPr>
        <p:txBody>
          <a:bodyPr vert="horz" lIns="91440" tIns="45720" rIns="91440" bIns="45720" rtlCol="0" anchor="ctr"/>
          <a:lstStyle>
            <a:lvl1pPr algn="ctr">
              <a:defRPr sz="1068">
                <a:solidFill>
                  <a:schemeClr val="tx1">
                    <a:tint val="82000"/>
                  </a:schemeClr>
                </a:solidFill>
              </a:defRPr>
            </a:lvl1pPr>
          </a:lstStyle>
          <a:p>
            <a:endParaRPr lang="nl-NL"/>
          </a:p>
        </p:txBody>
      </p:sp>
      <p:sp>
        <p:nvSpPr>
          <p:cNvPr id="6" name="Slide Number Placeholder 5"/>
          <p:cNvSpPr>
            <a:spLocks noGrp="1"/>
          </p:cNvSpPr>
          <p:nvPr>
            <p:ph type="sldNum" sz="quarter" idx="4"/>
          </p:nvPr>
        </p:nvSpPr>
        <p:spPr>
          <a:xfrm>
            <a:off x="5746006" y="14013403"/>
            <a:ext cx="1830586" cy="804965"/>
          </a:xfrm>
          <a:prstGeom prst="rect">
            <a:avLst/>
          </a:prstGeom>
        </p:spPr>
        <p:txBody>
          <a:bodyPr vert="horz" lIns="91440" tIns="45720" rIns="91440" bIns="45720" rtlCol="0" anchor="ctr"/>
          <a:lstStyle>
            <a:lvl1pPr algn="r">
              <a:defRPr sz="1068">
                <a:solidFill>
                  <a:schemeClr val="tx1">
                    <a:tint val="82000"/>
                  </a:schemeClr>
                </a:solidFill>
              </a:defRPr>
            </a:lvl1pPr>
          </a:lstStyle>
          <a:p>
            <a:fld id="{3AC916F3-8D40-4656-9168-A2B50CE92D02}" type="slidenum">
              <a:rPr lang="nl-NL" smtClean="0"/>
              <a:t>‹nr.›</a:t>
            </a:fld>
            <a:endParaRPr lang="nl-NL"/>
          </a:p>
        </p:txBody>
      </p:sp>
    </p:spTree>
    <p:extLst>
      <p:ext uri="{BB962C8B-B14F-4D97-AF65-F5344CB8AC3E}">
        <p14:creationId xmlns:p14="http://schemas.microsoft.com/office/powerpoint/2010/main" val="280173319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813633" rtl="0" eaLnBrk="1" latinLnBrk="0" hangingPunct="1">
        <a:lnSpc>
          <a:spcPct val="90000"/>
        </a:lnSpc>
        <a:spcBef>
          <a:spcPct val="0"/>
        </a:spcBef>
        <a:buNone/>
        <a:defRPr sz="3915" kern="1200">
          <a:solidFill>
            <a:schemeClr val="tx1"/>
          </a:solidFill>
          <a:latin typeface="+mj-lt"/>
          <a:ea typeface="+mj-ea"/>
          <a:cs typeface="+mj-cs"/>
        </a:defRPr>
      </a:lvl1pPr>
    </p:titleStyle>
    <p:bodyStyle>
      <a:lvl1pPr marL="203408" indent="-203408" algn="l" defTabSz="813633" rtl="0" eaLnBrk="1" latinLnBrk="0" hangingPunct="1">
        <a:lnSpc>
          <a:spcPct val="90000"/>
        </a:lnSpc>
        <a:spcBef>
          <a:spcPts val="890"/>
        </a:spcBef>
        <a:buFont typeface="Arial" panose="020B0604020202020204" pitchFamily="34" charset="0"/>
        <a:buChar char="•"/>
        <a:defRPr sz="2491" kern="1200">
          <a:solidFill>
            <a:schemeClr val="tx1"/>
          </a:solidFill>
          <a:latin typeface="+mn-lt"/>
          <a:ea typeface="+mn-ea"/>
          <a:cs typeface="+mn-cs"/>
        </a:defRPr>
      </a:lvl1pPr>
      <a:lvl2pPr marL="610225" indent="-203408" algn="l" defTabSz="813633" rtl="0" eaLnBrk="1" latinLnBrk="0" hangingPunct="1">
        <a:lnSpc>
          <a:spcPct val="90000"/>
        </a:lnSpc>
        <a:spcBef>
          <a:spcPts val="445"/>
        </a:spcBef>
        <a:buFont typeface="Arial" panose="020B0604020202020204" pitchFamily="34" charset="0"/>
        <a:buChar char="•"/>
        <a:defRPr sz="2136" kern="1200">
          <a:solidFill>
            <a:schemeClr val="tx1"/>
          </a:solidFill>
          <a:latin typeface="+mn-lt"/>
          <a:ea typeface="+mn-ea"/>
          <a:cs typeface="+mn-cs"/>
        </a:defRPr>
      </a:lvl2pPr>
      <a:lvl3pPr marL="1017041" indent="-203408" algn="l" defTabSz="813633" rtl="0" eaLnBrk="1" latinLnBrk="0" hangingPunct="1">
        <a:lnSpc>
          <a:spcPct val="90000"/>
        </a:lnSpc>
        <a:spcBef>
          <a:spcPts val="445"/>
        </a:spcBef>
        <a:buFont typeface="Arial" panose="020B0604020202020204" pitchFamily="34" charset="0"/>
        <a:buChar char="•"/>
        <a:defRPr sz="1780" kern="1200">
          <a:solidFill>
            <a:schemeClr val="tx1"/>
          </a:solidFill>
          <a:latin typeface="+mn-lt"/>
          <a:ea typeface="+mn-ea"/>
          <a:cs typeface="+mn-cs"/>
        </a:defRPr>
      </a:lvl3pPr>
      <a:lvl4pPr marL="1423858"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4pPr>
      <a:lvl5pPr marL="1830675"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5pPr>
      <a:lvl6pPr marL="2237491"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6pPr>
      <a:lvl7pPr marL="2644308"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7pPr>
      <a:lvl8pPr marL="3051124"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8pPr>
      <a:lvl9pPr marL="3457941" indent="-203408" algn="l" defTabSz="813633" rtl="0" eaLnBrk="1" latinLnBrk="0" hangingPunct="1">
        <a:lnSpc>
          <a:spcPct val="90000"/>
        </a:lnSpc>
        <a:spcBef>
          <a:spcPts val="445"/>
        </a:spcBef>
        <a:buFont typeface="Arial" panose="020B0604020202020204" pitchFamily="34" charset="0"/>
        <a:buChar char="•"/>
        <a:defRPr sz="1602" kern="1200">
          <a:solidFill>
            <a:schemeClr val="tx1"/>
          </a:solidFill>
          <a:latin typeface="+mn-lt"/>
          <a:ea typeface="+mn-ea"/>
          <a:cs typeface="+mn-cs"/>
        </a:defRPr>
      </a:lvl9pPr>
    </p:bodyStyle>
    <p:otherStyle>
      <a:defPPr>
        <a:defRPr lang="en-US"/>
      </a:defPPr>
      <a:lvl1pPr marL="0" algn="l" defTabSz="813633" rtl="0" eaLnBrk="1" latinLnBrk="0" hangingPunct="1">
        <a:defRPr sz="1602" kern="1200">
          <a:solidFill>
            <a:schemeClr val="tx1"/>
          </a:solidFill>
          <a:latin typeface="+mn-lt"/>
          <a:ea typeface="+mn-ea"/>
          <a:cs typeface="+mn-cs"/>
        </a:defRPr>
      </a:lvl1pPr>
      <a:lvl2pPr marL="406817" algn="l" defTabSz="813633" rtl="0" eaLnBrk="1" latinLnBrk="0" hangingPunct="1">
        <a:defRPr sz="1602" kern="1200">
          <a:solidFill>
            <a:schemeClr val="tx1"/>
          </a:solidFill>
          <a:latin typeface="+mn-lt"/>
          <a:ea typeface="+mn-ea"/>
          <a:cs typeface="+mn-cs"/>
        </a:defRPr>
      </a:lvl2pPr>
      <a:lvl3pPr marL="813633" algn="l" defTabSz="813633" rtl="0" eaLnBrk="1" latinLnBrk="0" hangingPunct="1">
        <a:defRPr sz="1602" kern="1200">
          <a:solidFill>
            <a:schemeClr val="tx1"/>
          </a:solidFill>
          <a:latin typeface="+mn-lt"/>
          <a:ea typeface="+mn-ea"/>
          <a:cs typeface="+mn-cs"/>
        </a:defRPr>
      </a:lvl3pPr>
      <a:lvl4pPr marL="1220450" algn="l" defTabSz="813633" rtl="0" eaLnBrk="1" latinLnBrk="0" hangingPunct="1">
        <a:defRPr sz="1602" kern="1200">
          <a:solidFill>
            <a:schemeClr val="tx1"/>
          </a:solidFill>
          <a:latin typeface="+mn-lt"/>
          <a:ea typeface="+mn-ea"/>
          <a:cs typeface="+mn-cs"/>
        </a:defRPr>
      </a:lvl4pPr>
      <a:lvl5pPr marL="1627266" algn="l" defTabSz="813633" rtl="0" eaLnBrk="1" latinLnBrk="0" hangingPunct="1">
        <a:defRPr sz="1602" kern="1200">
          <a:solidFill>
            <a:schemeClr val="tx1"/>
          </a:solidFill>
          <a:latin typeface="+mn-lt"/>
          <a:ea typeface="+mn-ea"/>
          <a:cs typeface="+mn-cs"/>
        </a:defRPr>
      </a:lvl5pPr>
      <a:lvl6pPr marL="2034083" algn="l" defTabSz="813633" rtl="0" eaLnBrk="1" latinLnBrk="0" hangingPunct="1">
        <a:defRPr sz="1602" kern="1200">
          <a:solidFill>
            <a:schemeClr val="tx1"/>
          </a:solidFill>
          <a:latin typeface="+mn-lt"/>
          <a:ea typeface="+mn-ea"/>
          <a:cs typeface="+mn-cs"/>
        </a:defRPr>
      </a:lvl6pPr>
      <a:lvl7pPr marL="2440899" algn="l" defTabSz="813633" rtl="0" eaLnBrk="1" latinLnBrk="0" hangingPunct="1">
        <a:defRPr sz="1602" kern="1200">
          <a:solidFill>
            <a:schemeClr val="tx1"/>
          </a:solidFill>
          <a:latin typeface="+mn-lt"/>
          <a:ea typeface="+mn-ea"/>
          <a:cs typeface="+mn-cs"/>
        </a:defRPr>
      </a:lvl7pPr>
      <a:lvl8pPr marL="2847716" algn="l" defTabSz="813633" rtl="0" eaLnBrk="1" latinLnBrk="0" hangingPunct="1">
        <a:defRPr sz="1602" kern="1200">
          <a:solidFill>
            <a:schemeClr val="tx1"/>
          </a:solidFill>
          <a:latin typeface="+mn-lt"/>
          <a:ea typeface="+mn-ea"/>
          <a:cs typeface="+mn-cs"/>
        </a:defRPr>
      </a:lvl8pPr>
      <a:lvl9pPr marL="3254532" algn="l" defTabSz="813633" rtl="0" eaLnBrk="1" latinLnBrk="0" hangingPunct="1">
        <a:defRPr sz="160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E3DDDD-57E2-81EB-1056-73641DE6CB19}"/>
              </a:ext>
            </a:extLst>
          </p:cNvPr>
          <p:cNvSpPr/>
          <p:nvPr/>
        </p:nvSpPr>
        <p:spPr>
          <a:xfrm>
            <a:off x="5" y="12383"/>
            <a:ext cx="8135937" cy="15106968"/>
          </a:xfrm>
          <a:prstGeom prst="rect">
            <a:avLst/>
          </a:prstGeom>
          <a:solidFill>
            <a:srgbClr val="FFFFCC">
              <a:alpha val="1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696" dirty="0">
              <a:ln>
                <a:solidFill>
                  <a:srgbClr val="E7EAEC"/>
                </a:solidFill>
              </a:ln>
            </a:endParaRPr>
          </a:p>
        </p:txBody>
      </p:sp>
      <p:pic>
        <p:nvPicPr>
          <p:cNvPr id="8" name="Picture 7">
            <a:extLst>
              <a:ext uri="{FF2B5EF4-FFF2-40B4-BE49-F238E27FC236}">
                <a16:creationId xmlns:a16="http://schemas.microsoft.com/office/drawing/2014/main" id="{E541B78D-6B5F-530D-689E-E51D264A63A6}"/>
              </a:ext>
            </a:extLst>
          </p:cNvPr>
          <p:cNvPicPr>
            <a:picLocks noChangeAspect="1"/>
          </p:cNvPicPr>
          <p:nvPr/>
        </p:nvPicPr>
        <p:blipFill>
          <a:blip r:embed="rId3"/>
          <a:srcRect l="40000" t="30000" r="13333" b="40471"/>
          <a:stretch>
            <a:fillRect/>
          </a:stretch>
        </p:blipFill>
        <p:spPr>
          <a:xfrm>
            <a:off x="2775539" y="369646"/>
            <a:ext cx="2597173" cy="1095620"/>
          </a:xfrm>
          <a:prstGeom prst="rect">
            <a:avLst/>
          </a:prstGeom>
          <a:ln>
            <a:noFill/>
          </a:ln>
        </p:spPr>
      </p:pic>
      <p:grpSp>
        <p:nvGrpSpPr>
          <p:cNvPr id="14" name="Group 13">
            <a:extLst>
              <a:ext uri="{FF2B5EF4-FFF2-40B4-BE49-F238E27FC236}">
                <a16:creationId xmlns:a16="http://schemas.microsoft.com/office/drawing/2014/main" id="{6E32AEE0-B1A9-5C7D-12E7-D20C2353F31B}"/>
              </a:ext>
            </a:extLst>
          </p:cNvPr>
          <p:cNvGrpSpPr/>
          <p:nvPr/>
        </p:nvGrpSpPr>
        <p:grpSpPr>
          <a:xfrm>
            <a:off x="105574" y="14570076"/>
            <a:ext cx="2240777" cy="458072"/>
            <a:chOff x="334169" y="14435098"/>
            <a:chExt cx="2240777" cy="458072"/>
          </a:xfrm>
        </p:grpSpPr>
        <p:pic>
          <p:nvPicPr>
            <p:cNvPr id="6" name="Picture 5">
              <a:extLst>
                <a:ext uri="{FF2B5EF4-FFF2-40B4-BE49-F238E27FC236}">
                  <a16:creationId xmlns:a16="http://schemas.microsoft.com/office/drawing/2014/main" id="{5FBC77CE-EFAF-459A-3C93-D0D9C9BA0C4E}"/>
                </a:ext>
              </a:extLst>
            </p:cNvPr>
            <p:cNvPicPr>
              <a:picLocks noChangeAspect="1"/>
            </p:cNvPicPr>
            <p:nvPr/>
          </p:nvPicPr>
          <p:blipFill>
            <a:blip r:embed="rId3"/>
            <a:srcRect t="27778" r="64074" b="28248"/>
            <a:stretch>
              <a:fillRect/>
            </a:stretch>
          </p:blipFill>
          <p:spPr>
            <a:xfrm>
              <a:off x="334169" y="14435098"/>
              <a:ext cx="561356" cy="458072"/>
            </a:xfrm>
            <a:prstGeom prst="rect">
              <a:avLst/>
            </a:prstGeom>
          </p:spPr>
        </p:pic>
        <p:sp>
          <p:nvSpPr>
            <p:cNvPr id="36" name="TextBox 35">
              <a:extLst>
                <a:ext uri="{FF2B5EF4-FFF2-40B4-BE49-F238E27FC236}">
                  <a16:creationId xmlns:a16="http://schemas.microsoft.com/office/drawing/2014/main" id="{498281E4-9628-E3B7-86B8-D363B1B5C3ED}"/>
                </a:ext>
              </a:extLst>
            </p:cNvPr>
            <p:cNvSpPr txBox="1"/>
            <p:nvPr/>
          </p:nvSpPr>
          <p:spPr>
            <a:xfrm>
              <a:off x="334169" y="14556002"/>
              <a:ext cx="2240777" cy="215315"/>
            </a:xfrm>
            <a:prstGeom prst="rect">
              <a:avLst/>
            </a:prstGeom>
            <a:noFill/>
          </p:spPr>
          <p:txBody>
            <a:bodyPr wrap="square" rtlCol="0">
              <a:spAutoFit/>
            </a:bodyPr>
            <a:lstStyle/>
            <a:p>
              <a:pPr algn="ctr"/>
              <a:r>
                <a:rPr lang="nl-NL" sz="799" i="1" dirty="0">
                  <a:solidFill>
                    <a:srgbClr val="28662D"/>
                  </a:solidFill>
                </a:rPr>
                <a:t>Meer dan alleen een film.</a:t>
              </a:r>
            </a:p>
          </p:txBody>
        </p:sp>
      </p:grpSp>
      <p:grpSp>
        <p:nvGrpSpPr>
          <p:cNvPr id="7" name="Group 6">
            <a:extLst>
              <a:ext uri="{FF2B5EF4-FFF2-40B4-BE49-F238E27FC236}">
                <a16:creationId xmlns:a16="http://schemas.microsoft.com/office/drawing/2014/main" id="{F4FE69B3-3482-5AF3-040D-B7BED374059C}"/>
              </a:ext>
            </a:extLst>
          </p:cNvPr>
          <p:cNvGrpSpPr/>
          <p:nvPr/>
        </p:nvGrpSpPr>
        <p:grpSpPr>
          <a:xfrm>
            <a:off x="538543" y="1586174"/>
            <a:ext cx="7058860" cy="12433788"/>
            <a:chOff x="538538" y="1586170"/>
            <a:chExt cx="7058861" cy="12433790"/>
          </a:xfrm>
        </p:grpSpPr>
        <p:sp>
          <p:nvSpPr>
            <p:cNvPr id="48" name="TextBox 47">
              <a:extLst>
                <a:ext uri="{FF2B5EF4-FFF2-40B4-BE49-F238E27FC236}">
                  <a16:creationId xmlns:a16="http://schemas.microsoft.com/office/drawing/2014/main" id="{2F826B31-D90E-0776-87BB-A3608BAB8935}"/>
                </a:ext>
              </a:extLst>
            </p:cNvPr>
            <p:cNvSpPr txBox="1"/>
            <p:nvPr/>
          </p:nvSpPr>
          <p:spPr>
            <a:xfrm>
              <a:off x="538538" y="1586170"/>
              <a:ext cx="7058861" cy="12433790"/>
            </a:xfrm>
            <a:prstGeom prst="rect">
              <a:avLst/>
            </a:prstGeom>
            <a:noFill/>
          </p:spPr>
          <p:txBody>
            <a:bodyPr wrap="square" rtlCol="0">
              <a:spAutoFit/>
            </a:bodyPr>
            <a:lstStyle>
              <a:defPPr>
                <a:defRPr lang="en-US"/>
              </a:defPPr>
              <a:lvl1pPr algn="ctr">
                <a:defRPr sz="1200">
                  <a:solidFill>
                    <a:schemeClr val="tx1">
                      <a:lumMod val="65000"/>
                      <a:lumOff val="35000"/>
                    </a:schemeClr>
                  </a:solidFill>
                </a:defRPr>
              </a:lvl1pPr>
            </a:lstStyle>
            <a:p>
              <a:pPr algn="l"/>
              <a:r>
                <a:rPr lang="nl-NL" sz="1600" b="1" dirty="0"/>
                <a:t>Sponsor &amp; partner overzicht 2026</a:t>
              </a:r>
            </a:p>
            <a:p>
              <a:pPr algn="l"/>
              <a:r>
                <a:rPr lang="nl-NL" sz="1399" b="1" dirty="0"/>
                <a:t>Over Ciné Open</a:t>
              </a:r>
            </a:p>
            <a:p>
              <a:pPr algn="l"/>
              <a:r>
                <a:rPr lang="nl-NL" dirty="0"/>
                <a:t>Ciné Open is een nieuw Rotterdams zomerconcept dat in juli en augustus 2026 een reeks kleinschalige openluchtfilmavonden organiseert op bijzondere locaties in de stad.</a:t>
              </a:r>
            </a:p>
            <a:p>
              <a:pPr algn="l"/>
              <a:endParaRPr lang="nl-NL" dirty="0"/>
            </a:p>
            <a:p>
              <a:pPr algn="l"/>
              <a:r>
                <a:rPr lang="nl-NL" dirty="0"/>
                <a:t>Met Ciné Open willen we terug naar een meer persoonlijke filmbeleving waarbij locatie, sfeer en samenzijn minstens zo belangrijk zijn als de film zelf. Het concept richt zich op een jongvolwassen en stedelijk publiek dat actief op zoek is naar nieuwe ervaringen in Rotterdam.</a:t>
              </a:r>
            </a:p>
            <a:p>
              <a:pPr algn="l"/>
              <a:endParaRPr lang="nl-NL" dirty="0"/>
            </a:p>
            <a:p>
              <a:pPr algn="l"/>
              <a:r>
                <a:rPr lang="nl-NL" dirty="0"/>
                <a:t>Voor de zomer van 2026 richten wij ons op:		Ciné Open staat voor:</a:t>
              </a:r>
            </a:p>
            <a:p>
              <a:pPr marL="171450" indent="-171450" algn="l">
                <a:buClr>
                  <a:schemeClr val="accent6">
                    <a:lumMod val="75000"/>
                  </a:schemeClr>
                </a:buClr>
                <a:buFont typeface="Arial" panose="020B0604020202020204" pitchFamily="34" charset="0"/>
                <a:buChar char="•"/>
              </a:pPr>
              <a:r>
                <a:rPr lang="nl-NL" dirty="0"/>
                <a:t>Circa 25 filmavonden</a:t>
              </a:r>
            </a:p>
            <a:p>
              <a:pPr marL="171450" indent="-171450" algn="l">
                <a:buClr>
                  <a:schemeClr val="accent6">
                    <a:lumMod val="75000"/>
                  </a:schemeClr>
                </a:buClr>
                <a:buFont typeface="Arial" panose="020B0604020202020204" pitchFamily="34" charset="0"/>
                <a:buChar char="•"/>
              </a:pPr>
              <a:r>
                <a:rPr lang="nl-NL" dirty="0"/>
                <a:t>Op 5 karakteristieke locaties in Rotterdam</a:t>
              </a:r>
            </a:p>
            <a:p>
              <a:pPr marL="171450" indent="-171450" algn="l">
                <a:buClr>
                  <a:schemeClr val="accent6">
                    <a:lumMod val="75000"/>
                  </a:schemeClr>
                </a:buClr>
                <a:buFont typeface="Arial" panose="020B0604020202020204" pitchFamily="34" charset="0"/>
                <a:buChar char="•"/>
              </a:pPr>
              <a:r>
                <a:rPr lang="nl-NL" dirty="0"/>
                <a:t>Gemiddeld 120 bezoekers per avond</a:t>
              </a:r>
            </a:p>
            <a:p>
              <a:pPr algn="l"/>
              <a:endParaRPr lang="nl-NL" dirty="0"/>
            </a:p>
            <a:p>
              <a:pPr marL="171429" indent="-171429" algn="l">
                <a:buFont typeface="Arial" panose="020B0604020202020204" pitchFamily="34" charset="0"/>
                <a:buChar char="•"/>
              </a:pPr>
              <a:endParaRPr lang="nl-NL" dirty="0"/>
            </a:p>
            <a:p>
              <a:pPr algn="l"/>
              <a:r>
                <a:rPr lang="nl-NL" dirty="0"/>
                <a:t>Omdat wij bewust met een beperkt aantal partners willen werken, zoeken wij merken en bedrijven die zich vanaf de start zichtbaar willen verbinden aan dit nieuwe Rotterdamse concept.</a:t>
              </a:r>
            </a:p>
            <a:p>
              <a:pPr algn="l"/>
              <a:br>
                <a:rPr lang="nl-NL" dirty="0"/>
              </a:br>
              <a:endParaRPr lang="nl-NL" dirty="0"/>
            </a:p>
            <a:p>
              <a:pPr algn="l"/>
              <a:r>
                <a:rPr lang="nl-NL" sz="1399" b="1" dirty="0"/>
                <a:t>Waarom partner worden van Ciné Open?</a:t>
              </a:r>
            </a:p>
            <a:p>
              <a:pPr algn="l"/>
              <a:r>
                <a:rPr lang="nl-NL" dirty="0"/>
                <a:t>Een partnership met Ciné Open biedt de mogelijkheid om als merk zichtbaar onderdeel te worden van een sfeervol, lokaal en terugkerend zomerconcept in Rotterdam.</a:t>
              </a:r>
            </a:p>
            <a:p>
              <a:pPr algn="l"/>
              <a:endParaRPr lang="nl-NL" dirty="0"/>
            </a:p>
            <a:p>
              <a:pPr algn="l"/>
              <a:r>
                <a:rPr lang="nl-NL" dirty="0"/>
                <a:t>Partners profiteren van zichtbaarheid:</a:t>
              </a:r>
            </a:p>
            <a:p>
              <a:pPr marL="171429" indent="-171429" algn="l">
                <a:buClr>
                  <a:srgbClr val="28662D"/>
                </a:buClr>
                <a:buFont typeface="Arial" panose="020B0604020202020204" pitchFamily="34" charset="0"/>
                <a:buChar char="•"/>
              </a:pPr>
              <a:r>
                <a:rPr lang="nl-NL" dirty="0"/>
                <a:t>Op locatie tijdens de events</a:t>
              </a:r>
            </a:p>
            <a:p>
              <a:pPr marL="171429" indent="-171429" algn="l">
                <a:buClr>
                  <a:srgbClr val="28662D"/>
                </a:buClr>
                <a:buFont typeface="Arial" panose="020B0604020202020204" pitchFamily="34" charset="0"/>
                <a:buChar char="•"/>
              </a:pPr>
              <a:r>
                <a:rPr lang="nl-NL" dirty="0"/>
                <a:t>Via de website</a:t>
              </a:r>
            </a:p>
            <a:p>
              <a:pPr marL="171429" indent="-171429" algn="l">
                <a:buClr>
                  <a:srgbClr val="28662D"/>
                </a:buClr>
                <a:buFont typeface="Arial" panose="020B0604020202020204" pitchFamily="34" charset="0"/>
                <a:buChar char="•"/>
              </a:pPr>
              <a:r>
                <a:rPr lang="nl-NL" dirty="0"/>
                <a:t>Via </a:t>
              </a:r>
              <a:r>
                <a:rPr lang="nl-NL" dirty="0" err="1"/>
                <a:t>social</a:t>
              </a:r>
              <a:r>
                <a:rPr lang="nl-NL" dirty="0"/>
                <a:t> media-uitingen</a:t>
              </a:r>
            </a:p>
            <a:p>
              <a:pPr marL="171429" indent="-171429" algn="l">
                <a:buClr>
                  <a:srgbClr val="28662D"/>
                </a:buClr>
                <a:buFont typeface="Arial" panose="020B0604020202020204" pitchFamily="34" charset="0"/>
                <a:buChar char="•"/>
              </a:pPr>
              <a:r>
                <a:rPr lang="nl-NL" dirty="0"/>
                <a:t>Via fysieke marketinguitingen in de stad</a:t>
              </a:r>
            </a:p>
            <a:p>
              <a:pPr marL="171429" indent="-171429" algn="l">
                <a:buClr>
                  <a:srgbClr val="28662D"/>
                </a:buClr>
                <a:buFont typeface="Arial" panose="020B0604020202020204" pitchFamily="34" charset="0"/>
                <a:buChar char="•"/>
              </a:pPr>
              <a:r>
                <a:rPr lang="nl-NL" dirty="0"/>
                <a:t>Deel van een krachtige nieuwe beweging binnen Rotterdam </a:t>
              </a:r>
              <a:r>
                <a:rPr lang="nl-NL" dirty="0" err="1"/>
                <a:t>samne</a:t>
              </a:r>
              <a:r>
                <a:rPr lang="nl-NL" dirty="0"/>
                <a:t> met andere kenmerkende locaties</a:t>
              </a:r>
            </a:p>
            <a:p>
              <a:pPr marL="171429" indent="-171429" algn="l">
                <a:buClr>
                  <a:srgbClr val="28662D"/>
                </a:buClr>
                <a:buFont typeface="Arial" panose="020B0604020202020204" pitchFamily="34" charset="0"/>
                <a:buChar char="•"/>
              </a:pPr>
              <a:endParaRPr lang="nl-NL" dirty="0"/>
            </a:p>
            <a:p>
              <a:pPr algn="l"/>
              <a:r>
                <a:rPr lang="nl-NL" dirty="0"/>
                <a:t>Afhankelijk van het gekozen pakket kan zichtbaarheid groter of kleiner worden ingevuld, verspreid over meerdere locaties, meerdere avonden of de volledige zomer.</a:t>
              </a:r>
            </a:p>
            <a:p>
              <a:pPr algn="l"/>
              <a:br>
                <a:rPr lang="nl-NL" dirty="0"/>
              </a:br>
              <a:endParaRPr lang="nl-NL" dirty="0"/>
            </a:p>
            <a:p>
              <a:pPr algn="l"/>
              <a:r>
                <a:rPr lang="nl-NL" sz="1399" b="1" dirty="0"/>
                <a:t>Mogelijke vormen van zichtbaarheid</a:t>
              </a:r>
            </a:p>
            <a:p>
              <a:pPr algn="l"/>
              <a:endParaRPr lang="nl-NL" b="1" dirty="0"/>
            </a:p>
            <a:p>
              <a:pPr algn="l"/>
              <a:r>
                <a:rPr lang="nl-NL" b="1" dirty="0"/>
                <a:t>Op locatie</a:t>
              </a:r>
            </a:p>
            <a:p>
              <a:pPr marL="171429" indent="-171429" algn="l">
                <a:buClr>
                  <a:srgbClr val="28662D"/>
                </a:buClr>
                <a:buFont typeface="Arial" panose="020B0604020202020204" pitchFamily="34" charset="0"/>
                <a:buChar char="•"/>
              </a:pPr>
              <a:r>
                <a:rPr lang="nl-NL" dirty="0"/>
                <a:t>logovermelding op hoofdbanner</a:t>
              </a:r>
            </a:p>
            <a:p>
              <a:pPr marL="171429" indent="-171429" algn="l">
                <a:buClr>
                  <a:srgbClr val="28662D"/>
                </a:buClr>
                <a:buFont typeface="Arial" panose="020B0604020202020204" pitchFamily="34" charset="0"/>
                <a:buChar char="•"/>
              </a:pPr>
              <a:r>
                <a:rPr lang="nl-NL" dirty="0"/>
                <a:t>grote of kleine zichtbaarheid op banner</a:t>
              </a:r>
            </a:p>
            <a:p>
              <a:pPr marL="171429" indent="-171429" algn="l">
                <a:buClr>
                  <a:srgbClr val="28662D"/>
                </a:buClr>
                <a:buFont typeface="Arial" panose="020B0604020202020204" pitchFamily="34" charset="0"/>
                <a:buChar char="•"/>
              </a:pPr>
              <a:r>
                <a:rPr lang="nl-NL" dirty="0"/>
                <a:t>branding op crewshirts</a:t>
              </a:r>
            </a:p>
            <a:p>
              <a:pPr marL="171429" indent="-171429" algn="l">
                <a:buClr>
                  <a:srgbClr val="28662D"/>
                </a:buClr>
                <a:buFont typeface="Arial" panose="020B0604020202020204" pitchFamily="34" charset="0"/>
                <a:buChar char="•"/>
              </a:pPr>
              <a:r>
                <a:rPr lang="nl-NL" dirty="0"/>
                <a:t>branding op strandstoelen of andere elementen</a:t>
              </a:r>
            </a:p>
            <a:p>
              <a:pPr marL="171429" indent="-171429" algn="l">
                <a:buClr>
                  <a:srgbClr val="28662D"/>
                </a:buClr>
                <a:buFont typeface="Arial" panose="020B0604020202020204" pitchFamily="34" charset="0"/>
                <a:buChar char="•"/>
              </a:pPr>
              <a:r>
                <a:rPr lang="nl-NL" dirty="0"/>
                <a:t>zichtbaarheid bij entree of op </a:t>
              </a:r>
              <a:r>
                <a:rPr lang="nl-NL" dirty="0" err="1"/>
                <a:t>seating</a:t>
              </a:r>
              <a:endParaRPr lang="nl-NL" dirty="0"/>
            </a:p>
            <a:p>
              <a:pPr marL="171429" indent="-171429" algn="l">
                <a:buClr>
                  <a:srgbClr val="28662D"/>
                </a:buClr>
                <a:buFont typeface="Arial" panose="020B0604020202020204" pitchFamily="34" charset="0"/>
                <a:buChar char="•"/>
              </a:pPr>
              <a:r>
                <a:rPr lang="nl-NL" dirty="0"/>
                <a:t>mogelijkheid om een passend accessoire of merkitem op locatie te integreren</a:t>
              </a:r>
            </a:p>
            <a:p>
              <a:pPr algn="l"/>
              <a:endParaRPr lang="nl-NL" dirty="0"/>
            </a:p>
            <a:p>
              <a:pPr algn="l"/>
              <a:r>
                <a:rPr lang="nl-NL" b="1" dirty="0"/>
                <a:t>Online</a:t>
              </a:r>
            </a:p>
            <a:p>
              <a:pPr marL="171429" indent="-171429" algn="l">
                <a:buClr>
                  <a:srgbClr val="28662D"/>
                </a:buClr>
                <a:buFont typeface="Arial" panose="020B0604020202020204" pitchFamily="34" charset="0"/>
                <a:buChar char="•"/>
              </a:pPr>
              <a:r>
                <a:rPr lang="nl-NL" dirty="0"/>
                <a:t>logovermelding op website</a:t>
              </a:r>
            </a:p>
            <a:p>
              <a:pPr marL="171429" indent="-171429" algn="l">
                <a:buClr>
                  <a:srgbClr val="28662D"/>
                </a:buClr>
                <a:buFont typeface="Arial" panose="020B0604020202020204" pitchFamily="34" charset="0"/>
                <a:buChar char="•"/>
              </a:pPr>
              <a:r>
                <a:rPr lang="nl-NL" dirty="0"/>
                <a:t>prominente plaatsing bovenaan of kleinere plaatsing onderaan</a:t>
              </a:r>
            </a:p>
            <a:p>
              <a:pPr marL="171429" indent="-171429" algn="l">
                <a:buClr>
                  <a:srgbClr val="28662D"/>
                </a:buClr>
                <a:buFont typeface="Arial" panose="020B0604020202020204" pitchFamily="34" charset="0"/>
                <a:buChar char="•"/>
              </a:pPr>
              <a:r>
                <a:rPr lang="nl-NL" dirty="0"/>
                <a:t>vermelding via </a:t>
              </a:r>
              <a:r>
                <a:rPr lang="nl-NL" dirty="0" err="1"/>
                <a:t>social</a:t>
              </a:r>
              <a:r>
                <a:rPr lang="nl-NL" dirty="0"/>
                <a:t> media-</a:t>
              </a:r>
              <a:r>
                <a:rPr lang="nl-NL" dirty="0" err="1"/>
                <a:t>posts</a:t>
              </a:r>
              <a:endParaRPr lang="nl-NL" dirty="0"/>
            </a:p>
            <a:p>
              <a:pPr marL="171429" indent="-171429" algn="l">
                <a:buClr>
                  <a:srgbClr val="28662D"/>
                </a:buClr>
                <a:buFont typeface="Arial" panose="020B0604020202020204" pitchFamily="34" charset="0"/>
                <a:buChar char="•"/>
              </a:pPr>
              <a:r>
                <a:rPr lang="nl-NL" dirty="0"/>
                <a:t>logo structureel zichtbaar op </a:t>
              </a:r>
              <a:r>
                <a:rPr lang="nl-NL" dirty="0" err="1"/>
                <a:t>posts</a:t>
              </a:r>
              <a:r>
                <a:rPr lang="nl-NL" dirty="0"/>
                <a:t> of </a:t>
              </a:r>
              <a:r>
                <a:rPr lang="nl-NL" dirty="0" err="1"/>
                <a:t>stories</a:t>
              </a:r>
              <a:endParaRPr lang="nl-NL" dirty="0"/>
            </a:p>
            <a:p>
              <a:pPr marL="171429" indent="-171429" algn="l">
                <a:buClr>
                  <a:srgbClr val="28662D"/>
                </a:buClr>
                <a:buFont typeface="Arial" panose="020B0604020202020204" pitchFamily="34" charset="0"/>
                <a:buChar char="•"/>
              </a:pPr>
              <a:r>
                <a:rPr lang="nl-NL" dirty="0"/>
                <a:t>gezamenlijke sponsorvermelding</a:t>
              </a:r>
            </a:p>
            <a:p>
              <a:pPr marL="171429" indent="-171429" algn="l">
                <a:buClr>
                  <a:srgbClr val="28662D"/>
                </a:buClr>
                <a:buFont typeface="Arial" panose="020B0604020202020204" pitchFamily="34" charset="0"/>
                <a:buChar char="•"/>
              </a:pPr>
              <a:r>
                <a:rPr lang="nl-NL" dirty="0"/>
                <a:t>afsluitende sponsorvermelding in specifieke content</a:t>
              </a:r>
            </a:p>
            <a:p>
              <a:pPr marL="171429" indent="-171429" algn="l">
                <a:buFont typeface="Arial" panose="020B0604020202020204" pitchFamily="34" charset="0"/>
                <a:buChar char="•"/>
              </a:pPr>
              <a:endParaRPr lang="nl-NL" dirty="0"/>
            </a:p>
            <a:p>
              <a:pPr algn="l"/>
              <a:r>
                <a:rPr lang="nl-NL" b="1" dirty="0"/>
                <a:t>In de stad</a:t>
              </a:r>
            </a:p>
            <a:p>
              <a:pPr marL="171429" indent="-171429" algn="l">
                <a:buClr>
                  <a:srgbClr val="28662D"/>
                </a:buClr>
                <a:buFont typeface="Arial" panose="020B0604020202020204" pitchFamily="34" charset="0"/>
                <a:buChar char="•"/>
              </a:pPr>
              <a:r>
                <a:rPr lang="nl-NL" dirty="0"/>
                <a:t>logovermelding op posters of andere marketinguitingen</a:t>
              </a:r>
            </a:p>
            <a:p>
              <a:pPr marL="171429" indent="-171429" algn="l">
                <a:buClr>
                  <a:srgbClr val="28662D"/>
                </a:buClr>
                <a:buFont typeface="Arial" panose="020B0604020202020204" pitchFamily="34" charset="0"/>
                <a:buChar char="•"/>
              </a:pPr>
              <a:r>
                <a:rPr lang="nl-NL" dirty="0"/>
                <a:t>zichtbaarheid in deelnemende horeca- of partnerlocaties</a:t>
              </a:r>
            </a:p>
            <a:p>
              <a:pPr marL="171429" indent="-171429" algn="l">
                <a:buClr>
                  <a:srgbClr val="28662D"/>
                </a:buClr>
                <a:buFont typeface="Arial" panose="020B0604020202020204" pitchFamily="34" charset="0"/>
                <a:buChar char="•"/>
              </a:pPr>
              <a:r>
                <a:rPr lang="nl-NL" dirty="0"/>
                <a:t>grote of kleine vermelding, afhankelijk van pakket</a:t>
              </a:r>
            </a:p>
            <a:p>
              <a:pPr marL="171429" indent="-171429" algn="l">
                <a:buFont typeface="Arial" panose="020B0604020202020204" pitchFamily="34" charset="0"/>
                <a:buChar char="•"/>
              </a:pPr>
              <a:endParaRPr lang="nl-NL" dirty="0"/>
            </a:p>
            <a:p>
              <a:pPr algn="l"/>
              <a:r>
                <a:rPr lang="nl-NL" b="1" dirty="0"/>
                <a:t>Tijdens de avond</a:t>
              </a:r>
            </a:p>
            <a:p>
              <a:pPr marL="171429" indent="-171429" algn="l">
                <a:buClr>
                  <a:srgbClr val="28662D"/>
                </a:buClr>
                <a:buFont typeface="Arial" panose="020B0604020202020204" pitchFamily="34" charset="0"/>
                <a:buChar char="•"/>
              </a:pPr>
              <a:r>
                <a:rPr lang="nl-NL" dirty="0"/>
                <a:t>algemene dank in het welkomstpraatje</a:t>
              </a:r>
            </a:p>
            <a:p>
              <a:pPr marL="171429" indent="-171429" algn="l">
                <a:buClr>
                  <a:srgbClr val="28662D"/>
                </a:buClr>
                <a:buFont typeface="Arial" panose="020B0604020202020204" pitchFamily="34" charset="0"/>
                <a:buChar char="•"/>
              </a:pPr>
              <a:r>
                <a:rPr lang="nl-NL" dirty="0"/>
                <a:t>speciale vermelding van grotere partners</a:t>
              </a:r>
            </a:p>
            <a:p>
              <a:pPr marL="171429" indent="-171429" algn="l">
                <a:buClr>
                  <a:srgbClr val="28662D"/>
                </a:buClr>
                <a:buFont typeface="Arial" panose="020B0604020202020204" pitchFamily="34" charset="0"/>
                <a:buChar char="•"/>
              </a:pPr>
              <a:r>
                <a:rPr lang="nl-NL" dirty="0"/>
                <a:t>mogelijkheid om een passende boodschap mee te geven voorafgaand aan de film</a:t>
              </a:r>
            </a:p>
            <a:p>
              <a:pPr marL="171429" indent="-171429" algn="l">
                <a:buFont typeface="Arial" panose="020B0604020202020204" pitchFamily="34" charset="0"/>
                <a:buChar char="•"/>
              </a:pPr>
              <a:endParaRPr lang="nl-NL" dirty="0"/>
            </a:p>
            <a:p>
              <a:pPr algn="l"/>
              <a:r>
                <a:rPr lang="nl-NL" b="1" dirty="0"/>
                <a:t>Activatie</a:t>
              </a:r>
            </a:p>
            <a:p>
              <a:pPr marL="171429" indent="-171429" algn="l">
                <a:buClr>
                  <a:srgbClr val="28662D"/>
                </a:buClr>
                <a:buFont typeface="Arial" panose="020B0604020202020204" pitchFamily="34" charset="0"/>
                <a:buChar char="•"/>
              </a:pPr>
              <a:r>
                <a:rPr lang="nl-NL" dirty="0"/>
                <a:t>mogelijkheid tot merkactivatie op locatie</a:t>
              </a:r>
            </a:p>
            <a:p>
              <a:pPr marL="171429" indent="-171429" algn="l">
                <a:buClr>
                  <a:srgbClr val="28662D"/>
                </a:buClr>
                <a:buFont typeface="Arial" panose="020B0604020202020204" pitchFamily="34" charset="0"/>
                <a:buChar char="•"/>
              </a:pPr>
              <a:r>
                <a:rPr lang="nl-NL" dirty="0"/>
                <a:t>mogelijkheid om een passend product, item of accessoire onderdeel te maken van de ervaring</a:t>
              </a:r>
            </a:p>
            <a:p>
              <a:pPr marL="171429" indent="-171429" algn="l">
                <a:buClr>
                  <a:srgbClr val="28662D"/>
                </a:buClr>
                <a:buFont typeface="Arial" panose="020B0604020202020204" pitchFamily="34" charset="0"/>
                <a:buChar char="•"/>
              </a:pPr>
              <a:r>
                <a:rPr lang="nl-NL" dirty="0"/>
                <a:t>zichtbaarheid op een beperkt aantal avonden of juist gedurende de hele zomer</a:t>
              </a:r>
            </a:p>
          </p:txBody>
        </p:sp>
        <p:sp>
          <p:nvSpPr>
            <p:cNvPr id="3" name="TextBox 2">
              <a:extLst>
                <a:ext uri="{FF2B5EF4-FFF2-40B4-BE49-F238E27FC236}">
                  <a16:creationId xmlns:a16="http://schemas.microsoft.com/office/drawing/2014/main" id="{0980669F-E2E6-D87D-70BE-891150D41FAE}"/>
                </a:ext>
              </a:extLst>
            </p:cNvPr>
            <p:cNvSpPr txBox="1"/>
            <p:nvPr/>
          </p:nvSpPr>
          <p:spPr>
            <a:xfrm>
              <a:off x="3763169" y="3510588"/>
              <a:ext cx="3227706" cy="1292662"/>
            </a:xfrm>
            <a:prstGeom prst="rect">
              <a:avLst/>
            </a:prstGeom>
            <a:noFill/>
          </p:spPr>
          <p:txBody>
            <a:bodyPr wrap="square" rtlCol="0">
              <a:spAutoFit/>
            </a:bodyPr>
            <a:lstStyle/>
            <a:p>
              <a:pPr marL="628629" lvl="1" indent="-171429">
                <a:buClr>
                  <a:srgbClr val="28662D"/>
                </a:buClr>
                <a:buFont typeface="Arial" panose="020B0604020202020204" pitchFamily="34" charset="0"/>
                <a:buChar char="•"/>
              </a:pPr>
              <a:r>
                <a:rPr lang="nl-NL" sz="1200" dirty="0">
                  <a:solidFill>
                    <a:schemeClr val="tx1">
                      <a:lumMod val="65000"/>
                      <a:lumOff val="35000"/>
                    </a:schemeClr>
                  </a:solidFill>
                </a:rPr>
                <a:t>Verbinding</a:t>
              </a:r>
            </a:p>
            <a:p>
              <a:pPr marL="628629" lvl="1" indent="-171429">
                <a:buClr>
                  <a:srgbClr val="28662D"/>
                </a:buClr>
                <a:buFont typeface="Arial" panose="020B0604020202020204" pitchFamily="34" charset="0"/>
                <a:buChar char="•"/>
              </a:pPr>
              <a:r>
                <a:rPr lang="nl-NL" sz="1200" dirty="0">
                  <a:solidFill>
                    <a:schemeClr val="tx1">
                      <a:lumMod val="65000"/>
                      <a:lumOff val="35000"/>
                    </a:schemeClr>
                  </a:solidFill>
                </a:rPr>
                <a:t>Beleving</a:t>
              </a:r>
            </a:p>
            <a:p>
              <a:pPr marL="628629" lvl="1" indent="-171429">
                <a:buClr>
                  <a:srgbClr val="28662D"/>
                </a:buClr>
                <a:buFont typeface="Arial" panose="020B0604020202020204" pitchFamily="34" charset="0"/>
                <a:buChar char="•"/>
              </a:pPr>
              <a:r>
                <a:rPr lang="nl-NL" sz="1200" dirty="0">
                  <a:solidFill>
                    <a:schemeClr val="tx1">
                      <a:lumMod val="65000"/>
                      <a:lumOff val="35000"/>
                    </a:schemeClr>
                  </a:solidFill>
                </a:rPr>
                <a:t>Kwaliteit</a:t>
              </a:r>
            </a:p>
            <a:p>
              <a:pPr marL="628629" lvl="1" indent="-171429">
                <a:buClr>
                  <a:srgbClr val="28662D"/>
                </a:buClr>
                <a:buFont typeface="Arial" panose="020B0604020202020204" pitchFamily="34" charset="0"/>
                <a:buChar char="•"/>
              </a:pPr>
              <a:r>
                <a:rPr lang="nl-NL" sz="1200" dirty="0">
                  <a:solidFill>
                    <a:schemeClr val="tx1">
                      <a:lumMod val="65000"/>
                      <a:lumOff val="35000"/>
                    </a:schemeClr>
                  </a:solidFill>
                </a:rPr>
                <a:t>Een bijzondere zomerervaring in eigen stad</a:t>
              </a:r>
            </a:p>
            <a:p>
              <a:endParaRPr lang="nl-NL" dirty="0"/>
            </a:p>
          </p:txBody>
        </p:sp>
      </p:grpSp>
      <p:cxnSp>
        <p:nvCxnSpPr>
          <p:cNvPr id="5" name="Straight Connector 4">
            <a:extLst>
              <a:ext uri="{FF2B5EF4-FFF2-40B4-BE49-F238E27FC236}">
                <a16:creationId xmlns:a16="http://schemas.microsoft.com/office/drawing/2014/main" id="{DF6015DB-5490-99E4-09E1-5F21DAD6D68D}"/>
              </a:ext>
            </a:extLst>
          </p:cNvPr>
          <p:cNvCxnSpPr>
            <a:cxnSpLocks/>
          </p:cNvCxnSpPr>
          <p:nvPr/>
        </p:nvCxnSpPr>
        <p:spPr>
          <a:xfrm>
            <a:off x="1380488" y="7788276"/>
            <a:ext cx="5374973" cy="0"/>
          </a:xfrm>
          <a:prstGeom prst="line">
            <a:avLst/>
          </a:prstGeom>
          <a:ln w="9525">
            <a:solidFill>
              <a:srgbClr val="28662D">
                <a:alpha val="41000"/>
              </a:srgbClr>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3CDD0C13-7237-DB8E-EFB0-48A0C27FA025}"/>
              </a:ext>
            </a:extLst>
          </p:cNvPr>
          <p:cNvCxnSpPr>
            <a:cxnSpLocks/>
          </p:cNvCxnSpPr>
          <p:nvPr/>
        </p:nvCxnSpPr>
        <p:spPr>
          <a:xfrm>
            <a:off x="1380488" y="5045075"/>
            <a:ext cx="5374973" cy="0"/>
          </a:xfrm>
          <a:prstGeom prst="line">
            <a:avLst/>
          </a:prstGeom>
          <a:ln w="9525">
            <a:solidFill>
              <a:srgbClr val="28662D">
                <a:alpha val="41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65497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2286</TotalTime>
  <Words>403</Words>
  <Application>Microsoft Office PowerPoint</Application>
  <PresentationFormat>Aangepast</PresentationFormat>
  <Paragraphs>64</Paragraphs>
  <Slides>1</Slides>
  <Notes>1</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vt:i4>
      </vt:variant>
    </vt:vector>
  </HeadingPairs>
  <TitlesOfParts>
    <vt:vector size="5" baseType="lpstr">
      <vt:lpstr>Aptos</vt:lpstr>
      <vt:lpstr>Aptos Display</vt:lpstr>
      <vt:lpstr>Arial</vt:lpstr>
      <vt:lpstr>Office Theme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Pries</dc:creator>
  <cp:lastModifiedBy>Guus Alewijnse</cp:lastModifiedBy>
  <cp:revision>20</cp:revision>
  <dcterms:created xsi:type="dcterms:W3CDTF">2026-02-11T21:01:45Z</dcterms:created>
  <dcterms:modified xsi:type="dcterms:W3CDTF">2026-03-24T09:37:12Z</dcterms:modified>
</cp:coreProperties>
</file>